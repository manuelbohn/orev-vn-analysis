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5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7"/>
    <p:restoredTop sz="94689"/>
  </p:normalViewPr>
  <p:slideViewPr>
    <p:cSldViewPr snapToGrid="0">
      <p:cViewPr varScale="1">
        <p:scale>
          <a:sx n="169" d="100"/>
          <a:sy n="169" d="100"/>
        </p:scale>
        <p:origin x="21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83861"/>
            <a:ext cx="914400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36605"/>
            <a:ext cx="91440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3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62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46419"/>
            <a:ext cx="10515600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14203"/>
            <a:ext cx="10515600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01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37680"/>
            <a:ext cx="518160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37680"/>
            <a:ext cx="518160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6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87536"/>
            <a:ext cx="10515600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23916"/>
            <a:ext cx="515778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972747"/>
            <a:ext cx="5157787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323916"/>
            <a:ext cx="5183188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72747"/>
            <a:ext cx="5183188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6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97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8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0045"/>
            <a:ext cx="39322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77597"/>
            <a:ext cx="617220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0202"/>
            <a:ext cx="39322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02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0045"/>
            <a:ext cx="3932237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77597"/>
            <a:ext cx="617220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620202"/>
            <a:ext cx="3932237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52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87536"/>
            <a:ext cx="2628900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87536"/>
            <a:ext cx="7734300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87536"/>
            <a:ext cx="10515600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37680"/>
            <a:ext cx="10515600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005626"/>
            <a:ext cx="2743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89888-7615-824C-89A5-4D82CF69D74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005626"/>
            <a:ext cx="41148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005626"/>
            <a:ext cx="274320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333CE-B473-0F4A-ABE1-7B1E348FD6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5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F18781FD-1A7D-C5AC-E9B6-81FAACF04DCD}"/>
              </a:ext>
            </a:extLst>
          </p:cNvPr>
          <p:cNvSpPr/>
          <p:nvPr/>
        </p:nvSpPr>
        <p:spPr>
          <a:xfrm>
            <a:off x="88485" y="3257144"/>
            <a:ext cx="3647522" cy="1295098"/>
          </a:xfrm>
          <a:prstGeom prst="rect">
            <a:avLst/>
          </a:prstGeom>
          <a:solidFill>
            <a:srgbClr val="FB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4BBB6D3-913A-F912-FA87-F24A2690EFCC}"/>
              </a:ext>
            </a:extLst>
          </p:cNvPr>
          <p:cNvSpPr/>
          <p:nvPr/>
        </p:nvSpPr>
        <p:spPr>
          <a:xfrm>
            <a:off x="88485" y="668542"/>
            <a:ext cx="3647522" cy="1295098"/>
          </a:xfrm>
          <a:prstGeom prst="rect">
            <a:avLst/>
          </a:prstGeom>
          <a:solidFill>
            <a:srgbClr val="FB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83BF932-41AA-A366-3C5D-FCF0D2D03235}"/>
              </a:ext>
            </a:extLst>
          </p:cNvPr>
          <p:cNvSpPr/>
          <p:nvPr/>
        </p:nvSpPr>
        <p:spPr>
          <a:xfrm>
            <a:off x="8449923" y="3257144"/>
            <a:ext cx="3647522" cy="1295098"/>
          </a:xfrm>
          <a:prstGeom prst="rect">
            <a:avLst/>
          </a:prstGeom>
          <a:solidFill>
            <a:srgbClr val="FB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9824889-4902-56A3-50AC-DEBFB097035C}"/>
              </a:ext>
            </a:extLst>
          </p:cNvPr>
          <p:cNvSpPr/>
          <p:nvPr/>
        </p:nvSpPr>
        <p:spPr>
          <a:xfrm>
            <a:off x="8449923" y="669871"/>
            <a:ext cx="3647522" cy="1295098"/>
          </a:xfrm>
          <a:prstGeom prst="rect">
            <a:avLst/>
          </a:prstGeom>
          <a:solidFill>
            <a:srgbClr val="FBF5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3A8383E-3DCB-B821-DEAF-1C814271B5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299"/>
          <a:stretch>
            <a:fillRect/>
          </a:stretch>
        </p:blipFill>
        <p:spPr>
          <a:xfrm>
            <a:off x="3483932" y="34595"/>
            <a:ext cx="5224141" cy="532874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83064BD-111D-BD74-8EE2-F7D38C2B2BE2}"/>
              </a:ext>
            </a:extLst>
          </p:cNvPr>
          <p:cNvSpPr txBox="1"/>
          <p:nvPr/>
        </p:nvSpPr>
        <p:spPr>
          <a:xfrm>
            <a:off x="9673729" y="669871"/>
            <a:ext cx="1654619" cy="1295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A0A0A"/>
                </a:solidFill>
                <a:latin typeface="Merriweather" pitchFamily="2" charset="77"/>
              </a:rPr>
              <a:t>Target word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  <a:r>
              <a:rPr lang="en-US" dirty="0" err="1">
                <a:solidFill>
                  <a:srgbClr val="0A0A0A"/>
                </a:solidFill>
                <a:latin typeface="Merriweather" pitchFamily="2" charset="77"/>
              </a:rPr>
              <a:t>jonglieren</a:t>
            </a: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(to juggle)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573671A-3715-7CD6-D858-51BFE35FB8E5}"/>
              </a:ext>
            </a:extLst>
          </p:cNvPr>
          <p:cNvSpPr txBox="1"/>
          <p:nvPr/>
        </p:nvSpPr>
        <p:spPr>
          <a:xfrm>
            <a:off x="340942" y="668542"/>
            <a:ext cx="2890535" cy="1295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A0A0A"/>
                </a:solidFill>
                <a:latin typeface="Merriweather" pitchFamily="2" charset="77"/>
              </a:rPr>
              <a:t>Phonological distractor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  <a:r>
              <a:rPr lang="en-US" dirty="0" err="1">
                <a:solidFill>
                  <a:srgbClr val="0A0A0A"/>
                </a:solidFill>
                <a:latin typeface="Merriweather" pitchFamily="2" charset="77"/>
              </a:rPr>
              <a:t>verlieren</a:t>
            </a: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(</a:t>
            </a:r>
            <a:r>
              <a:rPr lang="en-US">
                <a:solidFill>
                  <a:srgbClr val="0A0A0A"/>
                </a:solidFill>
                <a:latin typeface="Merriweather" pitchFamily="2" charset="77"/>
              </a:rPr>
              <a:t>to lose</a:t>
            </a: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A3420F9-D425-98D3-53F7-88AC4939A7B8}"/>
              </a:ext>
            </a:extLst>
          </p:cNvPr>
          <p:cNvSpPr txBox="1"/>
          <p:nvPr/>
        </p:nvSpPr>
        <p:spPr>
          <a:xfrm>
            <a:off x="532498" y="3257144"/>
            <a:ext cx="2507418" cy="1295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A0A0A"/>
                </a:solidFill>
                <a:latin typeface="Merriweather" pitchFamily="2" charset="77"/>
              </a:rPr>
              <a:t>Unrelated distractor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  <a:r>
              <a:rPr lang="en-US" dirty="0" err="1">
                <a:solidFill>
                  <a:srgbClr val="0A0A0A"/>
                </a:solidFill>
                <a:latin typeface="Merriweather" pitchFamily="2" charset="77"/>
              </a:rPr>
              <a:t>anfassen</a:t>
            </a: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(to touch)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163FC87-B3FE-FA78-0885-44678B7FC305}"/>
              </a:ext>
            </a:extLst>
          </p:cNvPr>
          <p:cNvSpPr txBox="1"/>
          <p:nvPr/>
        </p:nvSpPr>
        <p:spPr>
          <a:xfrm>
            <a:off x="9264960" y="3257144"/>
            <a:ext cx="2472152" cy="1295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A0A0A"/>
                </a:solidFill>
                <a:latin typeface="Merriweather" pitchFamily="2" charset="77"/>
              </a:rPr>
              <a:t>Semantic distractor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  <a:r>
              <a:rPr lang="en-US" dirty="0" err="1">
                <a:solidFill>
                  <a:srgbClr val="0A0A0A"/>
                </a:solidFill>
                <a:latin typeface="Merriweather" pitchFamily="2" charset="77"/>
              </a:rPr>
              <a:t>werfen</a:t>
            </a: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”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A0A0A"/>
                </a:solidFill>
                <a:latin typeface="Merriweather" pitchFamily="2" charset="77"/>
              </a:rPr>
              <a:t>(to throw)</a:t>
            </a:r>
          </a:p>
        </p:txBody>
      </p:sp>
    </p:spTree>
    <p:extLst>
      <p:ext uri="{BB962C8B-B14F-4D97-AF65-F5344CB8AC3E}">
        <p14:creationId xmlns:p14="http://schemas.microsoft.com/office/powerpoint/2010/main" val="3582771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</Words>
  <Application>Microsoft Macintosh PowerPoint</Application>
  <PresentationFormat>Benutzerdefiniert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Merriweather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Bohn</dc:creator>
  <cp:lastModifiedBy>Manuel Bohn</cp:lastModifiedBy>
  <cp:revision>4</cp:revision>
  <dcterms:created xsi:type="dcterms:W3CDTF">2026-03-30T08:12:36Z</dcterms:created>
  <dcterms:modified xsi:type="dcterms:W3CDTF">2026-03-30T10:09:16Z</dcterms:modified>
</cp:coreProperties>
</file>